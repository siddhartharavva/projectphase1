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2"/>
    <p:sldId id="297" r:id="rId3"/>
    <p:sldId id="257" r:id="rId4"/>
    <p:sldId id="259" r:id="rId5"/>
    <p:sldId id="270" r:id="rId6"/>
    <p:sldId id="295" r:id="rId7"/>
    <p:sldId id="296" r:id="rId8"/>
    <p:sldId id="287" r:id="rId9"/>
    <p:sldId id="289" r:id="rId10"/>
    <p:sldId id="294" r:id="rId11"/>
    <p:sldId id="284" r:id="rId12"/>
    <p:sldId id="264" r:id="rId13"/>
    <p:sldId id="293" r:id="rId1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Literature Survey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3672145-F932-0941-9207-6FD21631945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Design [Front End, Back End]</a:t>
          </a: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0ED30E-9BB7-2945-8E67-38EC3B69034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Implementation</a:t>
          </a:r>
        </a:p>
      </dgm:t>
    </dgm:pt>
    <dgm:pt modelId="{CCFA8DD9-517C-4C48-9ACE-EAEC7B4B1D8D}" type="par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81D7FD-E2E0-0241-80C7-1BF3EEF3518C}" type="sib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352C0E-9228-1D41-9AC7-630454862AA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Testing</a:t>
          </a:r>
        </a:p>
      </dgm:t>
    </dgm:pt>
    <dgm:pt modelId="{BB03014B-614B-4E4D-B179-22BF96D1FDA5}" type="par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AC5C65-A520-AE49-8D76-EE23E4A07C4A}" type="sib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1E4A29-F563-D34A-A9F7-27833A2BC30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Document Submission</a:t>
          </a:r>
        </a:p>
      </dgm:t>
    </dgm:pt>
    <dgm:pt modelId="{B9E7D4BF-66C0-D046-BA68-7E24F4AB0843}" type="par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ED735E-B5D2-C749-867E-EB96611C0B8B}" type="sib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69F03D-EC0D-E14C-9147-635163E16719}">
      <dgm:prSet phldrT="[Text]" custT="1"/>
      <dgm:spPr/>
      <dgm:t>
        <a:bodyPr/>
        <a:lstStyle/>
        <a:p>
          <a:r>
            <a:rPr lang="en-US" sz="1100" dirty="0">
              <a:solidFill>
                <a:schemeClr val="tx1"/>
              </a:solidFill>
            </a:rPr>
            <a:t>&lt;Date of Completion&gt;</a:t>
          </a:r>
        </a:p>
      </dgm:t>
    </dgm:pt>
    <dgm:pt modelId="{31D6F60D-A7D1-C54D-964D-3B8790B82FA4}" type="par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CECCFCD-FFA0-2B4E-8620-4D260FCCA4E0}" type="sib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12C06CF-58B4-8F4A-A1C3-18737522BAA5}">
      <dgm:prSet phldrT="[Text]" custT="1"/>
      <dgm:spPr/>
      <dgm:t>
        <a:bodyPr/>
        <a:lstStyle/>
        <a:p>
          <a:r>
            <a:rPr lang="en-US" sz="1100" dirty="0">
              <a:solidFill>
                <a:schemeClr val="tx1"/>
              </a:solidFill>
            </a:rPr>
            <a:t>&lt;Date of Completion&gt;</a:t>
          </a:r>
        </a:p>
      </dgm:t>
    </dgm:pt>
    <dgm:pt modelId="{00A2F76A-F4C8-F042-BC58-5B28B1FEF030}" type="par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A6ECC7-ED92-634B-B481-4D7D62B796B5}" type="sib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61BE11-3B98-534C-8389-3D511BB432FF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&lt;Date of Completion&gt;</a:t>
          </a:r>
        </a:p>
      </dgm:t>
    </dgm:pt>
    <dgm:pt modelId="{53F8C2F9-90C5-F04A-B13E-59A7DBEEB722}" type="par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FC13B1-0710-8745-A251-B44B9B630299}" type="sib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C01FBF-0839-B840-AA40-B5D4B5EF9464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&lt;Date of Completion&gt;</a:t>
          </a:r>
        </a:p>
      </dgm:t>
    </dgm:pt>
    <dgm:pt modelId="{4292C26E-910E-F242-B4EA-85C15677A931}" type="par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CE79F6D-8C8B-134E-870B-A3814A161031}" type="sib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B4761A-8722-154A-9A4E-6B2E8309550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Abstract 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6CE777-E645-594F-9F72-31FA50915471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&lt;Date of Completion&gt;</a:t>
          </a:r>
        </a:p>
      </dgm:t>
    </dgm:pt>
    <dgm:pt modelId="{A3FA10DA-B8BC-6B42-A66B-27F9CED77F23}" type="par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4EEB12-0851-6B4F-BF84-33083DA26F4B}" type="sib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A627FEB-5C4C-4C51-8A75-FEFCA4466D7B}">
      <dgm:prSet phldrT="[Text]" custT="1"/>
      <dgm:spPr/>
      <dgm:t>
        <a:bodyPr/>
        <a:lstStyle/>
        <a:p>
          <a:r>
            <a:rPr lang="en-US" sz="1050" dirty="0">
              <a:solidFill>
                <a:schemeClr val="tx1"/>
              </a:solidFill>
            </a:rPr>
            <a:t>&lt;Date of Completion&gt;</a:t>
          </a:r>
        </a:p>
      </dgm:t>
    </dgm:pt>
    <dgm:pt modelId="{312DFEE4-A0BE-4287-98A9-69EE828C53A8}" type="parTrans" cxnId="{8716AEE2-5EF1-42C9-B2C6-5BB2852185DF}">
      <dgm:prSet/>
      <dgm:spPr/>
      <dgm:t>
        <a:bodyPr/>
        <a:lstStyle/>
        <a:p>
          <a:endParaRPr lang="en-US"/>
        </a:p>
      </dgm:t>
    </dgm:pt>
    <dgm:pt modelId="{C867BD04-E42D-4E36-9651-FF055F4AF5F0}" type="sibTrans" cxnId="{8716AEE2-5EF1-42C9-B2C6-5BB2852185DF}">
      <dgm:prSet/>
      <dgm:spPr/>
      <dgm:t>
        <a:bodyPr/>
        <a:lstStyle/>
        <a:p>
          <a:endParaRPr lang="en-US"/>
        </a:p>
      </dgm:t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5"/>
      <dgm:spPr/>
    </dgm:pt>
    <dgm:pt modelId="{1A27501D-E342-BE40-9448-5C65451E51A0}" type="pres">
      <dgm:prSet presAssocID="{26B4761A-8722-154A-9A4E-6B2E8309550C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263DF5-F771-E44D-A3A6-7359AB5A694B}" type="pres">
      <dgm:prSet presAssocID="{26B4761A-8722-154A-9A4E-6B2E8309550C}" presName="ChildText" presStyleLbl="revTx" presStyleIdx="0" presStyleCnt="6" custScaleX="199197" custLinFactNeighborX="55604" custLinFactNeighborY="-15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5"/>
      <dgm:spPr/>
    </dgm:pt>
    <dgm:pt modelId="{7176A5BC-3282-044F-8AE1-17BEE6013828}" type="pres">
      <dgm:prSet presAssocID="{16F9E631-8BA3-154F-A6E6-07CA57FBC2D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9E87F9-77C2-E148-A125-B75B32BAE82F}" type="pres">
      <dgm:prSet presAssocID="{16F9E631-8BA3-154F-A6E6-07CA57FBC2DB}" presName="ChildText" presStyleLbl="revTx" presStyleIdx="1" presStyleCnt="6" custScaleX="244962" custLinFactNeighborX="71475" custLinFactNeighborY="-15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5"/>
      <dgm:spPr/>
    </dgm:pt>
    <dgm:pt modelId="{8AD4400A-F79C-8A4B-829B-0D720ED8FB8C}" type="pres">
      <dgm:prSet presAssocID="{63672145-F932-0941-9207-6FD21631945F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3D977E-49FE-154D-8370-6E0B15881094}" type="pres">
      <dgm:prSet presAssocID="{63672145-F932-0941-9207-6FD21631945F}" presName="ChildText" presStyleLbl="revTx" presStyleIdx="2" presStyleCnt="6" custScaleX="223363" custLinFactNeighborX="611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D4CC9D-D22F-A045-9B1F-02AFD777BA4F}" type="pres">
      <dgm:prSet presAssocID="{EE4E87B9-A6F7-D040-A8C9-2B94C61F8F15}" presName="sibTrans" presStyleCnt="0"/>
      <dgm:spPr/>
    </dgm:pt>
    <dgm:pt modelId="{9B1BB91C-DFAA-BB42-8883-6C779B3E0CC7}" type="pres">
      <dgm:prSet presAssocID="{180ED30E-9BB7-2945-8E67-38EC3B69034A}" presName="composite" presStyleCnt="0"/>
      <dgm:spPr/>
    </dgm:pt>
    <dgm:pt modelId="{97925E51-E8AA-DC48-BFEB-51206266AB1D}" type="pres">
      <dgm:prSet presAssocID="{180ED30E-9BB7-2945-8E67-38EC3B69034A}" presName="bentUpArrow1" presStyleLbl="alignImgPlace1" presStyleIdx="3" presStyleCnt="5"/>
      <dgm:spPr/>
    </dgm:pt>
    <dgm:pt modelId="{8D80E448-C06F-8440-B08E-C700B7FCCC29}" type="pres">
      <dgm:prSet presAssocID="{180ED30E-9BB7-2945-8E67-38EC3B69034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2F534D-82F4-5443-8CF7-5BBA47CF0517}" type="pres">
      <dgm:prSet presAssocID="{180ED30E-9BB7-2945-8E67-38EC3B69034A}" presName="ChildText" presStyleLbl="revTx" presStyleIdx="3" presStyleCnt="6" custScaleX="216934" custLinFactNeighborX="6682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6671F9-E0CD-EF49-94DC-C96CAC8CC7E3}" type="pres">
      <dgm:prSet presAssocID="{9581D7FD-E2E0-0241-80C7-1BF3EEF3518C}" presName="sibTrans" presStyleCnt="0"/>
      <dgm:spPr/>
    </dgm:pt>
    <dgm:pt modelId="{E13DFC65-0620-5546-9284-95854B643695}" type="pres">
      <dgm:prSet presAssocID="{44352C0E-9228-1D41-9AC7-630454862AAB}" presName="composite" presStyleCnt="0"/>
      <dgm:spPr/>
    </dgm:pt>
    <dgm:pt modelId="{7EA63742-38C6-7343-AA79-52C3D9CCAB0D}" type="pres">
      <dgm:prSet presAssocID="{44352C0E-9228-1D41-9AC7-630454862AAB}" presName="bentUpArrow1" presStyleLbl="alignImgPlace1" presStyleIdx="4" presStyleCnt="5"/>
      <dgm:spPr/>
    </dgm:pt>
    <dgm:pt modelId="{2642E532-D17B-8549-B299-BABD4A6DF310}" type="pres">
      <dgm:prSet presAssocID="{44352C0E-9228-1D41-9AC7-630454862AAB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2B732-04CC-5F4B-8E9C-09245727D3B9}" type="pres">
      <dgm:prSet presAssocID="{44352C0E-9228-1D41-9AC7-630454862AAB}" presName="ChildText" presStyleLbl="revTx" presStyleIdx="4" presStyleCnt="6" custScaleX="210506" custLinFactNeighborX="5458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A532CE-6739-A24B-AAAE-6A1691A35034}" type="pres">
      <dgm:prSet presAssocID="{D2AC5C65-A520-AE49-8D76-EE23E4A07C4A}" presName="sibTrans" presStyleCnt="0"/>
      <dgm:spPr/>
    </dgm:pt>
    <dgm:pt modelId="{658BC9F3-2A00-F547-8C78-511B7194FAEB}" type="pres">
      <dgm:prSet presAssocID="{251E4A29-F563-D34A-A9F7-27833A2BC30D}" presName="composite" presStyleCnt="0"/>
      <dgm:spPr/>
    </dgm:pt>
    <dgm:pt modelId="{9CCCECD5-8ED0-AC43-9710-1DD092099D67}" type="pres">
      <dgm:prSet presAssocID="{251E4A29-F563-D34A-A9F7-27833A2BC30D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853491-2B6C-1449-B71D-8247E1F629BF}" type="pres">
      <dgm:prSet presAssocID="{251E4A29-F563-D34A-A9F7-27833A2BC30D}" presName="FinalChildText" presStyleLbl="revTx" presStyleIdx="5" presStyleCnt="6" custScaleX="147605" custLinFactNeighborX="24471" custLinFactNeighborY="12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3FA6D3C-5F88-8E47-BDA9-BDE6C1BC6D58}" type="presOf" srcId="{712C06CF-58B4-8F4A-A1C3-18737522BAA5}" destId="{7F2F534D-82F4-5443-8CF7-5BBA47CF0517}" srcOrd="0" destOrd="0" presId="urn:microsoft.com/office/officeart/2005/8/layout/StepDownProcess"/>
    <dgm:cxn modelId="{634270FB-D54E-9B40-B519-40B9861B65C3}" type="presOf" srcId="{B761BE11-3B98-534C-8389-3D511BB432FF}" destId="{4D72B732-04CC-5F4B-8E9C-09245727D3B9}" srcOrd="0" destOrd="0" presId="urn:microsoft.com/office/officeart/2005/8/layout/StepDownProcess"/>
    <dgm:cxn modelId="{63981E6F-3BAE-44DB-B56D-A083004F0014}" type="presOf" srcId="{05C01FBF-0839-B840-AA40-B5D4B5EF9464}" destId="{D3853491-2B6C-1449-B71D-8247E1F629BF}" srcOrd="0" destOrd="0" presId="urn:microsoft.com/office/officeart/2005/8/layout/StepDownProcess"/>
    <dgm:cxn modelId="{552A83B2-FDAE-E143-BB66-928925B322B7}" srcId="{180ED30E-9BB7-2945-8E67-38EC3B69034A}" destId="{712C06CF-58B4-8F4A-A1C3-18737522BAA5}" srcOrd="0" destOrd="0" parTransId="{00A2F76A-F4C8-F042-BC58-5B28B1FEF030}" sibTransId="{F7A6ECC7-ED92-634B-B481-4D7D62B796B5}"/>
    <dgm:cxn modelId="{EA665ADD-A5EF-844A-8B63-2D7ECC046504}" type="presOf" srcId="{44352C0E-9228-1D41-9AC7-630454862AAB}" destId="{2642E532-D17B-8549-B299-BABD4A6DF310}" srcOrd="0" destOrd="0" presId="urn:microsoft.com/office/officeart/2005/8/layout/StepDownProcess"/>
    <dgm:cxn modelId="{9AF40E27-2800-9B4C-8D69-CAB8B8A8A099}" type="presOf" srcId="{251E4A29-F563-D34A-A9F7-27833A2BC30D}" destId="{9CCCECD5-8ED0-AC43-9710-1DD092099D67}" srcOrd="0" destOrd="0" presId="urn:microsoft.com/office/officeart/2005/8/layout/StepDownProcess"/>
    <dgm:cxn modelId="{1CB6C709-502E-8E44-80CB-B4138F9C85B8}" type="presOf" srcId="{CB6CE777-E645-594F-9F72-31FA50915471}" destId="{13263DF5-F771-E44D-A3A6-7359AB5A694B}" srcOrd="0" destOrd="0" presId="urn:microsoft.com/office/officeart/2005/8/layout/StepDownProcess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11A1E58A-ABF6-BE4D-91F0-325BCF38FC72}" type="presOf" srcId="{6469F03D-EC0D-E14C-9147-635163E16719}" destId="{383D977E-49FE-154D-8370-6E0B15881094}" srcOrd="0" destOrd="0" presId="urn:microsoft.com/office/officeart/2005/8/layout/StepDownProcess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C4FEA40D-24EF-084F-959C-D30F2BA028D3}" type="presOf" srcId="{26B4761A-8722-154A-9A4E-6B2E8309550C}" destId="{1A27501D-E342-BE40-9448-5C65451E51A0}" srcOrd="0" destOrd="0" presId="urn:microsoft.com/office/officeart/2005/8/layout/StepDownProcess"/>
    <dgm:cxn modelId="{69DAFA03-0878-9247-9AF4-F13FE4FF5D9B}" srcId="{63672145-F932-0941-9207-6FD21631945F}" destId="{6469F03D-EC0D-E14C-9147-635163E16719}" srcOrd="0" destOrd="0" parTransId="{31D6F60D-A7D1-C54D-964D-3B8790B82FA4}" sibTransId="{DCECCFCD-FFA0-2B4E-8620-4D260FCCA4E0}"/>
    <dgm:cxn modelId="{3038282E-24E0-754A-9BCA-5EB4B0881EBE}" type="presOf" srcId="{16F9E631-8BA3-154F-A6E6-07CA57FBC2DB}" destId="{7176A5BC-3282-044F-8AE1-17BEE6013828}" srcOrd="0" destOrd="0" presId="urn:microsoft.com/office/officeart/2005/8/layout/StepDownProcess"/>
    <dgm:cxn modelId="{553CD0FD-F2FB-3140-8551-691D85FC1D01}" type="presOf" srcId="{180ED30E-9BB7-2945-8E67-38EC3B69034A}" destId="{8D80E448-C06F-8440-B08E-C700B7FCCC29}" srcOrd="0" destOrd="0" presId="urn:microsoft.com/office/officeart/2005/8/layout/StepDownProcess"/>
    <dgm:cxn modelId="{90051663-645C-6042-B826-BF1BEE404513}" type="presOf" srcId="{63672145-F932-0941-9207-6FD21631945F}" destId="{8AD4400A-F79C-8A4B-829B-0D720ED8FB8C}" srcOrd="0" destOrd="0" presId="urn:microsoft.com/office/officeart/2005/8/layout/StepDownProcess"/>
    <dgm:cxn modelId="{570398A5-7B9B-684E-836B-828C67CE95B5}" srcId="{251E4A29-F563-D34A-A9F7-27833A2BC30D}" destId="{05C01FBF-0839-B840-AA40-B5D4B5EF9464}" srcOrd="0" destOrd="0" parTransId="{4292C26E-910E-F242-B4EA-85C15677A931}" sibTransId="{9CE79F6D-8C8B-134E-870B-A3814A161031}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84262DD1-54DB-8D42-9C16-B543B3BB3374}" srcId="{26B4761A-8722-154A-9A4E-6B2E8309550C}" destId="{CB6CE777-E645-594F-9F72-31FA50915471}" srcOrd="0" destOrd="0" parTransId="{A3FA10DA-B8BC-6B42-A66B-27F9CED77F23}" sibTransId="{F64EEB12-0851-6B4F-BF84-33083DA26F4B}"/>
    <dgm:cxn modelId="{75B1AC24-2247-418E-917B-87CFE3A11370}" type="presOf" srcId="{CA627FEB-5C4C-4C51-8A75-FEFCA4466D7B}" destId="{849E87F9-77C2-E148-A125-B75B32BAE82F}" srcOrd="0" destOrd="0" presId="urn:microsoft.com/office/officeart/2005/8/layout/StepDownProcess"/>
    <dgm:cxn modelId="{8716AEE2-5EF1-42C9-B2C6-5BB2852185DF}" srcId="{16F9E631-8BA3-154F-A6E6-07CA57FBC2DB}" destId="{CA627FEB-5C4C-4C51-8A75-FEFCA4466D7B}" srcOrd="0" destOrd="0" parTransId="{312DFEE4-A0BE-4287-98A9-69EE828C53A8}" sibTransId="{C867BD04-E42D-4E36-9651-FF055F4AF5F0}"/>
    <dgm:cxn modelId="{E336EE89-5EC2-AE4C-81C9-2EBDE6E482D4}" srcId="{92AF2611-4B58-ED43-AC9F-B952F610F406}" destId="{251E4A29-F563-D34A-A9F7-27833A2BC30D}" srcOrd="5" destOrd="0" parTransId="{B9E7D4BF-66C0-D046-BA68-7E24F4AB0843}" sibTransId="{57ED735E-B5D2-C749-867E-EB96611C0B8B}"/>
    <dgm:cxn modelId="{15010B8E-8FC6-034B-A7AD-F331240F7012}" srcId="{92AF2611-4B58-ED43-AC9F-B952F610F406}" destId="{180ED30E-9BB7-2945-8E67-38EC3B69034A}" srcOrd="3" destOrd="0" parTransId="{CCFA8DD9-517C-4C48-9ACE-EAEC7B4B1D8D}" sibTransId="{9581D7FD-E2E0-0241-80C7-1BF3EEF3518C}"/>
    <dgm:cxn modelId="{016D9485-956C-624D-A592-DDA4E4AA6CC5}" srcId="{92AF2611-4B58-ED43-AC9F-B952F610F406}" destId="{44352C0E-9228-1D41-9AC7-630454862AAB}" srcOrd="4" destOrd="0" parTransId="{BB03014B-614B-4E4D-B179-22BF96D1FDA5}" sibTransId="{D2AC5C65-A520-AE49-8D76-EE23E4A07C4A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7F3F2935-1376-434A-B6E9-CEA12E0D559A}" srcId="{44352C0E-9228-1D41-9AC7-630454862AAB}" destId="{B761BE11-3B98-534C-8389-3D511BB432FF}" srcOrd="0" destOrd="0" parTransId="{53F8C2F9-90C5-F04A-B13E-59A7DBEEB722}" sibTransId="{1CFC13B1-0710-8745-A251-B44B9B630299}"/>
    <dgm:cxn modelId="{CAA58818-923B-6242-9847-11CD1A086880}" type="presParOf" srcId="{49E2B0A6-6F15-3D4D-BF88-D0B2483CB55B}" destId="{E975EE4B-D42E-E84D-8A4A-2906A98D9890}" srcOrd="0" destOrd="0" presId="urn:microsoft.com/office/officeart/2005/8/layout/StepDownProcess"/>
    <dgm:cxn modelId="{D0DD2577-622D-2948-8D96-837600176068}" type="presParOf" srcId="{E975EE4B-D42E-E84D-8A4A-2906A98D9890}" destId="{FC8198D2-B811-F543-848D-08253013A363}" srcOrd="0" destOrd="0" presId="urn:microsoft.com/office/officeart/2005/8/layout/StepDownProcess"/>
    <dgm:cxn modelId="{8328243B-B6DB-724C-8C50-F098B7AAF6D6}" type="presParOf" srcId="{E975EE4B-D42E-E84D-8A4A-2906A98D9890}" destId="{1A27501D-E342-BE40-9448-5C65451E51A0}" srcOrd="1" destOrd="0" presId="urn:microsoft.com/office/officeart/2005/8/layout/StepDownProcess"/>
    <dgm:cxn modelId="{A0EEA3E4-28F5-9347-B752-8F465E17DB0E}" type="presParOf" srcId="{E975EE4B-D42E-E84D-8A4A-2906A98D9890}" destId="{13263DF5-F771-E44D-A3A6-7359AB5A694B}" srcOrd="2" destOrd="0" presId="urn:microsoft.com/office/officeart/2005/8/layout/StepDownProcess"/>
    <dgm:cxn modelId="{47F02AFF-9AD0-A041-B89E-95A3ABC44E39}" type="presParOf" srcId="{49E2B0A6-6F15-3D4D-BF88-D0B2483CB55B}" destId="{1405AD88-5681-5740-8B0F-785D5C4C54E3}" srcOrd="1" destOrd="0" presId="urn:microsoft.com/office/officeart/2005/8/layout/StepDownProcess"/>
    <dgm:cxn modelId="{CC26F27A-2F31-7B4F-A3D5-F58113FB0928}" type="presParOf" srcId="{49E2B0A6-6F15-3D4D-BF88-D0B2483CB55B}" destId="{876C9C10-85C7-794D-BECA-7E6B3040BD5B}" srcOrd="2" destOrd="0" presId="urn:microsoft.com/office/officeart/2005/8/layout/StepDownProcess"/>
    <dgm:cxn modelId="{D59FA65B-1A0F-1E47-B691-93027AEC90BA}" type="presParOf" srcId="{876C9C10-85C7-794D-BECA-7E6B3040BD5B}" destId="{7249723C-E4C0-8E4E-9876-FECBD8EB4088}" srcOrd="0" destOrd="0" presId="urn:microsoft.com/office/officeart/2005/8/layout/StepDownProcess"/>
    <dgm:cxn modelId="{51EB45CC-B96D-5D43-AF1B-84E3B2B8AED1}" type="presParOf" srcId="{876C9C10-85C7-794D-BECA-7E6B3040BD5B}" destId="{7176A5BC-3282-044F-8AE1-17BEE6013828}" srcOrd="1" destOrd="0" presId="urn:microsoft.com/office/officeart/2005/8/layout/StepDownProcess"/>
    <dgm:cxn modelId="{5CEB0EC2-0F54-B24C-B1F0-0B003EF1C5A2}" type="presParOf" srcId="{876C9C10-85C7-794D-BECA-7E6B3040BD5B}" destId="{849E87F9-77C2-E148-A125-B75B32BAE82F}" srcOrd="2" destOrd="0" presId="urn:microsoft.com/office/officeart/2005/8/layout/StepDownProcess"/>
    <dgm:cxn modelId="{D6478E3B-05EF-9646-A75F-F4ED66F49E38}" type="presParOf" srcId="{49E2B0A6-6F15-3D4D-BF88-D0B2483CB55B}" destId="{A7334212-A42F-5947-B178-28EE2431D98C}" srcOrd="3" destOrd="0" presId="urn:microsoft.com/office/officeart/2005/8/layout/StepDownProcess"/>
    <dgm:cxn modelId="{23FBC6FD-CDBE-FA4C-8441-E7B27BF05A51}" type="presParOf" srcId="{49E2B0A6-6F15-3D4D-BF88-D0B2483CB55B}" destId="{797595AA-82E7-9A45-818A-CBFC19FC01B4}" srcOrd="4" destOrd="0" presId="urn:microsoft.com/office/officeart/2005/8/layout/StepDownProcess"/>
    <dgm:cxn modelId="{145F56CF-4320-FE4F-8156-055F9762B34B}" type="presParOf" srcId="{797595AA-82E7-9A45-818A-CBFC19FC01B4}" destId="{582A57C3-E208-4C4D-8464-8F41E2B621E9}" srcOrd="0" destOrd="0" presId="urn:microsoft.com/office/officeart/2005/8/layout/StepDownProcess"/>
    <dgm:cxn modelId="{45C34818-F1AF-F649-A01C-A6D8DD6977AD}" type="presParOf" srcId="{797595AA-82E7-9A45-818A-CBFC19FC01B4}" destId="{8AD4400A-F79C-8A4B-829B-0D720ED8FB8C}" srcOrd="1" destOrd="0" presId="urn:microsoft.com/office/officeart/2005/8/layout/StepDownProcess"/>
    <dgm:cxn modelId="{FF01D02D-F3EF-2B41-B125-417E412F83BB}" type="presParOf" srcId="{797595AA-82E7-9A45-818A-CBFC19FC01B4}" destId="{383D977E-49FE-154D-8370-6E0B15881094}" srcOrd="2" destOrd="0" presId="urn:microsoft.com/office/officeart/2005/8/layout/StepDownProcess"/>
    <dgm:cxn modelId="{A608A5D7-E92F-3241-8C20-975A35A4E8FD}" type="presParOf" srcId="{49E2B0A6-6F15-3D4D-BF88-D0B2483CB55B}" destId="{51D4CC9D-D22F-A045-9B1F-02AFD777BA4F}" srcOrd="5" destOrd="0" presId="urn:microsoft.com/office/officeart/2005/8/layout/StepDownProcess"/>
    <dgm:cxn modelId="{B7ED08C4-F562-F343-AE8C-1411DA99F4EB}" type="presParOf" srcId="{49E2B0A6-6F15-3D4D-BF88-D0B2483CB55B}" destId="{9B1BB91C-DFAA-BB42-8883-6C779B3E0CC7}" srcOrd="6" destOrd="0" presId="urn:microsoft.com/office/officeart/2005/8/layout/StepDownProcess"/>
    <dgm:cxn modelId="{A5A50A0E-B79B-C34C-ADC7-C80B5C746A06}" type="presParOf" srcId="{9B1BB91C-DFAA-BB42-8883-6C779B3E0CC7}" destId="{97925E51-E8AA-DC48-BFEB-51206266AB1D}" srcOrd="0" destOrd="0" presId="urn:microsoft.com/office/officeart/2005/8/layout/StepDownProcess"/>
    <dgm:cxn modelId="{7C19BC84-CC29-EF4A-BC81-B1BE7CAADD4B}" type="presParOf" srcId="{9B1BB91C-DFAA-BB42-8883-6C779B3E0CC7}" destId="{8D80E448-C06F-8440-B08E-C700B7FCCC29}" srcOrd="1" destOrd="0" presId="urn:microsoft.com/office/officeart/2005/8/layout/StepDownProcess"/>
    <dgm:cxn modelId="{4C51BF22-07FD-FA4A-B14F-9FA0B702E5DB}" type="presParOf" srcId="{9B1BB91C-DFAA-BB42-8883-6C779B3E0CC7}" destId="{7F2F534D-82F4-5443-8CF7-5BBA47CF0517}" srcOrd="2" destOrd="0" presId="urn:microsoft.com/office/officeart/2005/8/layout/StepDownProcess"/>
    <dgm:cxn modelId="{729F0557-5384-6B4B-86BF-CDDE5C1D202F}" type="presParOf" srcId="{49E2B0A6-6F15-3D4D-BF88-D0B2483CB55B}" destId="{CD6671F9-E0CD-EF49-94DC-C96CAC8CC7E3}" srcOrd="7" destOrd="0" presId="urn:microsoft.com/office/officeart/2005/8/layout/StepDownProcess"/>
    <dgm:cxn modelId="{36E3AD21-65D7-B24C-B4D3-B7520133DB1C}" type="presParOf" srcId="{49E2B0A6-6F15-3D4D-BF88-D0B2483CB55B}" destId="{E13DFC65-0620-5546-9284-95854B643695}" srcOrd="8" destOrd="0" presId="urn:microsoft.com/office/officeart/2005/8/layout/StepDownProcess"/>
    <dgm:cxn modelId="{DD62FE2A-BC28-3E4D-BD4E-F24534EEBE0F}" type="presParOf" srcId="{E13DFC65-0620-5546-9284-95854B643695}" destId="{7EA63742-38C6-7343-AA79-52C3D9CCAB0D}" srcOrd="0" destOrd="0" presId="urn:microsoft.com/office/officeart/2005/8/layout/StepDownProcess"/>
    <dgm:cxn modelId="{75CB6DD7-E609-FF41-BFDA-AA78B1AF772C}" type="presParOf" srcId="{E13DFC65-0620-5546-9284-95854B643695}" destId="{2642E532-D17B-8549-B299-BABD4A6DF310}" srcOrd="1" destOrd="0" presId="urn:microsoft.com/office/officeart/2005/8/layout/StepDownProcess"/>
    <dgm:cxn modelId="{2D895992-0610-7847-8717-588D1860CD72}" type="presParOf" srcId="{E13DFC65-0620-5546-9284-95854B643695}" destId="{4D72B732-04CC-5F4B-8E9C-09245727D3B9}" srcOrd="2" destOrd="0" presId="urn:microsoft.com/office/officeart/2005/8/layout/StepDownProcess"/>
    <dgm:cxn modelId="{317597CB-5F05-5C46-8E98-608B8CB7DEA7}" type="presParOf" srcId="{49E2B0A6-6F15-3D4D-BF88-D0B2483CB55B}" destId="{6EA532CE-6739-A24B-AAAE-6A1691A35034}" srcOrd="9" destOrd="0" presId="urn:microsoft.com/office/officeart/2005/8/layout/StepDownProcess"/>
    <dgm:cxn modelId="{07B25F14-FD1D-C644-863E-76AE9B1DE37A}" type="presParOf" srcId="{49E2B0A6-6F15-3D4D-BF88-D0B2483CB55B}" destId="{658BC9F3-2A00-F547-8C78-511B7194FAEB}" srcOrd="10" destOrd="0" presId="urn:microsoft.com/office/officeart/2005/8/layout/StepDownProcess"/>
    <dgm:cxn modelId="{B023C484-9503-1F4F-8378-A4C3B820ACFA}" type="presParOf" srcId="{658BC9F3-2A00-F547-8C78-511B7194FAEB}" destId="{9CCCECD5-8ED0-AC43-9710-1DD092099D67}" srcOrd="0" destOrd="0" presId="urn:microsoft.com/office/officeart/2005/8/layout/StepDownProcess"/>
    <dgm:cxn modelId="{223E57CC-DC7E-483C-B9ED-63C99E899EA7}" type="presParOf" srcId="{658BC9F3-2A00-F547-8C78-511B7194FAEB}" destId="{D3853491-2B6C-1449-B71D-8247E1F629B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033738" y="703706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873256" y="32238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Abstract Submission</a:t>
          </a:r>
        </a:p>
      </dsp:txBody>
      <dsp:txXfrm>
        <a:off x="908105" y="67087"/>
        <a:ext cx="950000" cy="644058"/>
      </dsp:txXfrm>
    </dsp:sp>
    <dsp:sp modelId="{13263DF5-F771-E44D-A3A6-7359AB5A694B}">
      <dsp:nvSpPr>
        <dsp:cNvPr id="0" name=""/>
        <dsp:cNvSpPr/>
      </dsp:nvSpPr>
      <dsp:spPr>
        <a:xfrm>
          <a:off x="1937493" y="91346"/>
          <a:ext cx="1477308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1937493" y="91346"/>
        <a:ext cx="1477308" cy="576889"/>
      </dsp:txXfrm>
    </dsp:sp>
    <dsp:sp modelId="{7249723C-E4C0-8E4E-9876-FECBD8EB4088}">
      <dsp:nvSpPr>
        <dsp:cNvPr id="0" name=""/>
        <dsp:cNvSpPr/>
      </dsp:nvSpPr>
      <dsp:spPr>
        <a:xfrm rot="5400000">
          <a:off x="2055740" y="1505490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1895257" y="834022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Literature Survey</a:t>
          </a:r>
        </a:p>
      </dsp:txBody>
      <dsp:txXfrm>
        <a:off x="1930106" y="868871"/>
        <a:ext cx="950000" cy="644058"/>
      </dsp:txXfrm>
    </dsp:sp>
    <dsp:sp modelId="{849E87F9-77C2-E148-A125-B75B32BAE82F}">
      <dsp:nvSpPr>
        <dsp:cNvPr id="0" name=""/>
        <dsp:cNvSpPr/>
      </dsp:nvSpPr>
      <dsp:spPr>
        <a:xfrm>
          <a:off x="2907495" y="893130"/>
          <a:ext cx="1816716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5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2907495" y="893130"/>
        <a:ext cx="1816716" cy="576889"/>
      </dsp:txXfrm>
    </dsp:sp>
    <dsp:sp modelId="{582A57C3-E208-4C4D-8464-8F41E2B621E9}">
      <dsp:nvSpPr>
        <dsp:cNvPr id="0" name=""/>
        <dsp:cNvSpPr/>
      </dsp:nvSpPr>
      <dsp:spPr>
        <a:xfrm rot="5400000">
          <a:off x="3077741" y="2307273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2917258" y="1635806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Design [Front End, Back End]</a:t>
          </a:r>
        </a:p>
      </dsp:txBody>
      <dsp:txXfrm>
        <a:off x="2952107" y="1670655"/>
        <a:ext cx="950000" cy="644058"/>
      </dsp:txXfrm>
    </dsp:sp>
    <dsp:sp modelId="{383D977E-49FE-154D-8370-6E0B15881094}">
      <dsp:nvSpPr>
        <dsp:cNvPr id="0" name=""/>
        <dsp:cNvSpPr/>
      </dsp:nvSpPr>
      <dsp:spPr>
        <a:xfrm>
          <a:off x="3933215" y="1703878"/>
          <a:ext cx="165653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3933215" y="1703878"/>
        <a:ext cx="1656531" cy="576889"/>
      </dsp:txXfrm>
    </dsp:sp>
    <dsp:sp modelId="{97925E51-E8AA-DC48-BFEB-51206266AB1D}">
      <dsp:nvSpPr>
        <dsp:cNvPr id="0" name=""/>
        <dsp:cNvSpPr/>
      </dsp:nvSpPr>
      <dsp:spPr>
        <a:xfrm rot="5400000">
          <a:off x="4099742" y="3109057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E448-C06F-8440-B08E-C700B7FCCC29}">
      <dsp:nvSpPr>
        <dsp:cNvPr id="0" name=""/>
        <dsp:cNvSpPr/>
      </dsp:nvSpPr>
      <dsp:spPr>
        <a:xfrm>
          <a:off x="3939259" y="2437589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Implementation</a:t>
          </a:r>
        </a:p>
      </dsp:txBody>
      <dsp:txXfrm>
        <a:off x="3974108" y="2472438"/>
        <a:ext cx="950000" cy="644058"/>
      </dsp:txXfrm>
    </dsp:sp>
    <dsp:sp modelId="{7F2F534D-82F4-5443-8CF7-5BBA47CF0517}">
      <dsp:nvSpPr>
        <dsp:cNvPr id="0" name=""/>
        <dsp:cNvSpPr/>
      </dsp:nvSpPr>
      <dsp:spPr>
        <a:xfrm>
          <a:off x="5020944" y="2505662"/>
          <a:ext cx="1608851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5020944" y="2505662"/>
        <a:ext cx="1608851" cy="576889"/>
      </dsp:txXfrm>
    </dsp:sp>
    <dsp:sp modelId="{7EA63742-38C6-7343-AA79-52C3D9CCAB0D}">
      <dsp:nvSpPr>
        <dsp:cNvPr id="0" name=""/>
        <dsp:cNvSpPr/>
      </dsp:nvSpPr>
      <dsp:spPr>
        <a:xfrm rot="5400000">
          <a:off x="5121743" y="3910841"/>
          <a:ext cx="605733" cy="6896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2E532-D17B-8549-B299-BABD4A6DF310}">
      <dsp:nvSpPr>
        <dsp:cNvPr id="0" name=""/>
        <dsp:cNvSpPr/>
      </dsp:nvSpPr>
      <dsp:spPr>
        <a:xfrm>
          <a:off x="4961260" y="3239373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Testing</a:t>
          </a:r>
        </a:p>
      </dsp:txBody>
      <dsp:txXfrm>
        <a:off x="4996109" y="3274222"/>
        <a:ext cx="950000" cy="644058"/>
      </dsp:txXfrm>
    </dsp:sp>
    <dsp:sp modelId="{4D72B732-04CC-5F4B-8E9C-09245727D3B9}">
      <dsp:nvSpPr>
        <dsp:cNvPr id="0" name=""/>
        <dsp:cNvSpPr/>
      </dsp:nvSpPr>
      <dsp:spPr>
        <a:xfrm>
          <a:off x="5976027" y="3307446"/>
          <a:ext cx="1561179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5976027" y="3307446"/>
        <a:ext cx="1561179" cy="576889"/>
      </dsp:txXfrm>
    </dsp:sp>
    <dsp:sp modelId="{9CCCECD5-8ED0-AC43-9710-1DD092099D67}">
      <dsp:nvSpPr>
        <dsp:cNvPr id="0" name=""/>
        <dsp:cNvSpPr/>
      </dsp:nvSpPr>
      <dsp:spPr>
        <a:xfrm>
          <a:off x="5983262" y="4041157"/>
          <a:ext cx="1019698" cy="71375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>
              <a:solidFill>
                <a:schemeClr val="tx1"/>
              </a:solidFill>
            </a:rPr>
            <a:t>Document Submission</a:t>
          </a:r>
        </a:p>
      </dsp:txBody>
      <dsp:txXfrm>
        <a:off x="6018111" y="4076006"/>
        <a:ext cx="950000" cy="644058"/>
      </dsp:txXfrm>
    </dsp:sp>
    <dsp:sp modelId="{D3853491-2B6C-1449-B71D-8247E1F629BF}">
      <dsp:nvSpPr>
        <dsp:cNvPr id="0" name=""/>
        <dsp:cNvSpPr/>
      </dsp:nvSpPr>
      <dsp:spPr>
        <a:xfrm>
          <a:off x="7007918" y="4116210"/>
          <a:ext cx="1094685" cy="576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>
              <a:solidFill>
                <a:schemeClr val="tx1"/>
              </a:solidFill>
            </a:rPr>
            <a:t>&lt;Date of Completion&gt;</a:t>
          </a:r>
        </a:p>
      </dsp:txBody>
      <dsp:txXfrm>
        <a:off x="7007918" y="4116210"/>
        <a:ext cx="1094685" cy="576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2600" dirty="0"/>
              <a:t>&lt;&lt;Title of the Project&gt;&gt;</a:t>
            </a:r>
            <a:br>
              <a:rPr lang="en-GB" sz="2600" dirty="0"/>
            </a:br>
            <a:r>
              <a:rPr lang="en-GB" sz="1800" dirty="0" smtClean="0"/>
              <a:t>23CSE399 Project </a:t>
            </a:r>
            <a:r>
              <a:rPr lang="en-GB" sz="1800" dirty="0"/>
              <a:t>Phase </a:t>
            </a:r>
            <a:r>
              <a:rPr lang="en-GB" sz="1800" dirty="0" smtClean="0"/>
              <a:t>1 </a:t>
            </a:r>
            <a:r>
              <a:rPr lang="en-GB" sz="1800" dirty="0"/>
              <a:t>– Approval Presentation</a:t>
            </a:r>
            <a:r>
              <a:rPr lang="en-GB" sz="2600" dirty="0"/>
              <a:t/>
            </a:r>
            <a:br>
              <a:rPr lang="en-GB" sz="2600" dirty="0"/>
            </a:br>
            <a:r>
              <a:rPr lang="en-GB" sz="2600" dirty="0"/>
              <a:t/>
            </a:r>
            <a:br>
              <a:rPr lang="en-GB" sz="2600" dirty="0"/>
            </a:br>
            <a:r>
              <a:rPr lang="en-GB" sz="1800" dirty="0"/>
              <a:t>Team ID: &lt;&lt;Final Team ID&gt;&gt;			Panel No.: </a:t>
            </a:r>
            <a:endParaRPr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3099446428"/>
              </p:ext>
            </p:extLst>
          </p:nvPr>
        </p:nvGraphicFramePr>
        <p:xfrm>
          <a:off x="582654" y="3311645"/>
          <a:ext cx="7983372" cy="18730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&lt;&lt;BL</a:t>
                      </a: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EN.U4CSE22001</a:t>
                      </a:r>
                      <a:r>
                        <a:rPr lang="en-IN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&gt;&gt;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endParaRPr lang="en-US"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332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0638" y="5591102"/>
            <a:ext cx="482328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 dirty="0"/>
              <a:t>Project Guide: &lt;&lt;Name of the Guide&gt;&gt;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1" dirty="0"/>
              <a:t>                           &lt;&lt;Designation&gt;&gt;  </a:t>
            </a:r>
            <a:endParaRPr lang="en-IN" sz="18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/>
            <a:r>
              <a:t>RAG improves factual accuracy by retrieving external knowledge.</a:t>
            </a:r>
            <a:endParaRPr lang="en-IN"/>
          </a:p>
          <a:p>
            <a:pPr/>
            <a:r>
              <a:t>However, it produces confident answers even with weak or incorrect evidence.</a:t>
            </a:r>
          </a:p>
          <a:p>
            <a:pPr/>
            <a:r>
              <a:t>Traditional RAG uses deterministic similarity without confidence estimation.</a:t>
            </a:r>
          </a:p>
          <a:p>
            <a:pPr/>
            <a:r>
              <a:t>This leads to hallucinations and unreliable responses.</a:t>
            </a:r>
          </a:p>
          <a:p>
            <a:pPr/>
            <a:r>
              <a:t>A failure-aware confidence-calibrated system is required.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158" y="2101627"/>
            <a:ext cx="8229600" cy="1508126"/>
          </a:xfrm>
        </p:spPr>
        <p:txBody>
          <a:bodyPr/>
          <a:lstStyle/>
          <a:p>
            <a:r>
              <a:t>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UE methods fail to estimate correctness in RAG due to non-parametric knowledge.</a:t>
            </a:r>
            <a:endParaRPr/>
          </a:p>
          <a:p>
            <a:pPr/>
            <a:r>
              <a:t>Bayesian RAG introduces probabilistic retrieval using Monte Carlo Dropout.</a:t>
            </a:r>
          </a:p>
          <a:p>
            <a:pPr/>
            <a:r>
              <a:t>Confidence calibration frameworks estimate correctness probability.</a:t>
            </a:r>
          </a:p>
          <a:p>
            <a:pPr/>
            <a:r>
              <a:t>Existing approaches lack adaptive decision control and failure awareness.</a:t>
            </a:r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Literature Survey</a:t>
            </a:r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Similarity score does not guarantee correctness.</a:t>
            </a:r>
            <a:endParaRPr/>
          </a:p>
          <a:p>
            <a:pPr/>
            <a:r>
              <a:t>Existing RAG cannot detect retrieval failures.</a:t>
            </a:r>
          </a:p>
          <a:p>
            <a:pPr/>
            <a:r>
              <a:t>LLMs often produce overconfident incorrect answers.</a:t>
            </a:r>
          </a:p>
          <a:p>
            <a:pPr/>
            <a:r>
              <a:t>Confidence estimation and adaptive control are necessary.</a:t>
            </a:r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367146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Justification for the Proposed Problem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11268"/>
              </p:ext>
            </p:extLst>
          </p:nvPr>
        </p:nvGraphicFramePr>
        <p:xfrm>
          <a:off x="547252" y="1537854"/>
          <a:ext cx="8113060" cy="13958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0161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18447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20155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56803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err="1"/>
                        <a:t>S.No</a:t>
                      </a:r>
                      <a:r>
                        <a:rPr lang="en-IN" sz="1400" dirty="0"/>
                        <a:t>.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Authors name(s)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Full title of the paper with year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Inference from the paper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Open Problem (For proposed work)</a:t>
                      </a:r>
                    </a:p>
                  </a:txBody>
                  <a:tcPr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41389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41389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Architecture of Proposed System</a:t>
            </a:r>
          </a:p>
        </p:txBody>
      </p:sp>
      <p:sp>
        <p:nvSpPr>
          <p:cNvPr id="4" name="Group"/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Query Input Module</a:t>
            </a:r>
            <a:endParaRPr dirty="0"/>
          </a:p>
          <a:p>
            <a:pPr/>
            <a:r>
              <a:t>Retriever Module</a:t>
            </a:r>
          </a:p>
          <a:p>
            <a:pPr/>
            <a:r>
              <a:t>Failure Signal Extractor</a:t>
            </a:r>
          </a:p>
          <a:p>
            <a:pPr/>
            <a:r>
              <a:t>Confidence Estimation Model</a:t>
            </a:r>
          </a:p>
          <a:p>
            <a:pPr/>
            <a:r>
              <a:t>Adaptive Decision Controller</a:t>
            </a:r>
          </a:p>
          <a:p>
            <a:pPr/>
            <a:r>
              <a:t>Generator Module</a:t>
            </a:r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Functionalities of Proposed System</a:t>
            </a:r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3E0AF3FE-C812-196D-3A19-7BFE5E6508CA}"/>
              </a:ext>
            </a:extLst>
          </p:cNvPr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Detect weak or incorrect evidence.</a:t>
            </a:r>
            <a:endParaRPr dirty="0"/>
          </a:p>
          <a:p>
            <a:pPr/>
            <a:r>
              <a:t>Estimate confidence of answers.</a:t>
            </a:r>
          </a:p>
          <a:p>
            <a:pPr/>
            <a:r>
              <a:t>Trigger re-retrieval if needed.</a:t>
            </a:r>
          </a:p>
          <a:p>
            <a:pPr/>
            <a:r>
              <a:t>Abstain when confidence is low.</a:t>
            </a:r>
          </a:p>
          <a:p>
            <a:pPr/>
            <a:r>
              <a:t>Improve reliability and safety.</a:t>
            </a:r>
          </a:p>
        </p:txBody>
      </p:sp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C526-5B57-0192-D28A-0854D02C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A952378B-D46F-88F6-E6B5-A939B3714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Software / Tools Requirements</a:t>
            </a:r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8FC8B824-A607-F0BA-61F1-6F8A38484007}"/>
              </a:ext>
            </a:extLst>
          </p:cNvPr>
          <p:cNvSpPr/>
          <p:nvPr/>
        </p:nvSpPr>
        <p:spPr>
          <a:xfrm>
            <a:off x="685800" y="2249287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2D54671-AAB9-65C1-4E77-0685C97E739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Python</a:t>
            </a:r>
            <a:endParaRPr dirty="0"/>
          </a:p>
          <a:p>
            <a:pPr/>
            <a:r>
              <a:t>HuggingFace Transformers</a:t>
            </a:r>
          </a:p>
          <a:p>
            <a:pPr/>
            <a:r>
              <a:t>LangChain / LlamaIndex</a:t>
            </a:r>
          </a:p>
          <a:p>
            <a:pPr/>
            <a:r>
              <a:t>FAISS vector database</a:t>
            </a:r>
          </a:p>
          <a:p>
            <a:pPr/>
            <a:r>
              <a:t>Mistral-7B generator model</a:t>
            </a:r>
          </a:p>
          <a:p>
            <a:pPr/>
            <a:r>
              <a:t>Kaggle GPU environment</a:t>
            </a:r>
          </a:p>
        </p:txBody>
      </p:sp>
    </p:spTree>
    <p:extLst>
      <p:ext uri="{BB962C8B-B14F-4D97-AF65-F5344CB8AC3E}">
        <p14:creationId xmlns:p14="http://schemas.microsoft.com/office/powerpoint/2010/main" val="318182784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89" y="1333045"/>
            <a:ext cx="7315200" cy="887641"/>
          </a:xfrm>
        </p:spPr>
        <p:txBody>
          <a:bodyPr/>
          <a:lstStyle/>
          <a:p>
            <a:r>
              <a:t>Dataset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HotpotQA dataset</a:t>
            </a:r>
            <a:endParaRPr dirty="0"/>
          </a:p>
          <a:p>
            <a:pPr/>
            <a:r>
              <a:t>FEVER dataset</a:t>
            </a:r>
          </a:p>
          <a:p>
            <a:pPr/>
            <a:r>
              <a:t>TruthfulQA dataset</a:t>
            </a:r>
          </a:p>
          <a:p>
            <a:pPr/>
            <a:r>
              <a:t>Used for training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&lt;&lt;optional&gt;&gt;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017" y="1690289"/>
            <a:ext cx="7968343" cy="1077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400" dirty="0"/>
              <a:t>Source of data set: </a:t>
            </a:r>
          </a:p>
          <a:p>
            <a:r>
              <a:rPr lang="en-IN" sz="2000" dirty="0">
                <a:solidFill>
                  <a:srgbClr val="FF0000"/>
                </a:solidFill>
              </a:rPr>
              <a:t>&lt;&lt;URL of the website from where data set is obtained&gt;&gt;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&lt;&lt;Description&gt;&gt;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/>
            <a:r>
              <a:t>Semester 1: Literature review and baseline RAG implementation</a:t>
            </a:r>
            <a:endParaRPr dirty="0"/>
          </a:p>
          <a:p>
            <a:pPr/>
            <a:r>
              <a:t>Semester 2: Confidence estimation development and integration</a:t>
            </a:r>
          </a:p>
          <a:p>
            <a:pPr/>
            <a:r>
              <a:t>Semester 3: Adaptive controller and evaluation</a:t>
            </a:r>
          </a:p>
          <a:p>
            <a:pPr/>
            <a:r>
              <a:t>Final project submission</a:t>
            </a:r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955885"/>
            <a:ext cx="8229600" cy="740439"/>
          </a:xfrm>
        </p:spPr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624463"/>
              </p:ext>
            </p:extLst>
          </p:nvPr>
        </p:nvGraphicFramePr>
        <p:xfrm>
          <a:off x="143436" y="1532966"/>
          <a:ext cx="8794376" cy="478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/>
            <a:r>
              <a:t>Proposed system improves RAG reliability.</a:t>
            </a:r>
            <a:endParaRPr lang="en-IN"/>
          </a:p>
          <a:p>
            <a:pPr/>
            <a:r>
              <a:t>Adds confidence estimation and adaptive decision making.</a:t>
            </a:r>
          </a:p>
          <a:p>
            <a:pPr/>
            <a:r>
              <a:t>Reduces hallucinations.</a:t>
            </a:r>
          </a:p>
          <a:p>
            <a:pPr/>
            <a:r>
              <a:t>Improves trustworthiness of AI systems.</a:t>
            </a:r>
          </a:p>
        </p:txBody>
      </p:sp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/>
            <a:r>
              <a:t>Lewis et al., Retrieval-Augmented Generation, NeurIPS, 2020</a:t>
            </a:r>
            <a:endParaRPr lang="en-IN"/>
          </a:p>
          <a:p>
            <a:pPr/>
            <a:r>
              <a:t>Soudani et al., UE methods in RAG, arXiv, 2025</a:t>
            </a:r>
          </a:p>
          <a:p>
            <a:pPr/>
            <a:r>
              <a:t>Ngartera et al., Bayesian RAG, Frontiers in AI, 2026</a:t>
            </a:r>
          </a:p>
          <a:p>
            <a:pPr/>
            <a:r>
              <a:t>Oehri et al., Trusted Uncertainty in LLMs, ACM, 2025</a:t>
            </a: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210" name="References"/>
          <p:cNvSpPr txBox="1">
            <a:spLocks noGrp="1"/>
          </p:cNvSpPr>
          <p:nvPr>
            <p:ph type="title"/>
          </p:nvPr>
        </p:nvSpPr>
        <p:spPr>
          <a:xfrm>
            <a:off x="977537" y="103632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69E78-3C83-13C3-8700-6481BB45ACF0}"/>
              </a:ext>
            </a:extLst>
          </p:cNvPr>
          <p:cNvSpPr txBox="1"/>
          <p:nvPr/>
        </p:nvSpPr>
        <p:spPr>
          <a:xfrm>
            <a:off x="543683" y="1844358"/>
            <a:ext cx="8184776" cy="21698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Ezekiel, P., O. Taylor, and D. </a:t>
            </a:r>
            <a:r>
              <a:rPr lang="en-GB" sz="1700" b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Sako</a:t>
            </a:r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“Smart system for potholes detection using computer vision with transfer learning”, International J</a:t>
            </a:r>
            <a:r>
              <a:rPr lang="en-GB" sz="17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ournal of </a:t>
            </a:r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</a:t>
            </a:r>
            <a:r>
              <a:rPr lang="en-GB" sz="17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ation</a:t>
            </a:r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Science Res</a:t>
            </a:r>
            <a:r>
              <a:rPr lang="en-GB" sz="17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earch &amp;</a:t>
            </a:r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r>
              <a:rPr lang="en-GB" sz="17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</a:t>
            </a:r>
            <a:r>
              <a:rPr lang="en-GB" sz="17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6, No. 7, pp.: 1385-1393, 2021. </a:t>
            </a:r>
            <a:r>
              <a:rPr lang="en-GB" sz="16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&lt;&lt;Strictly follow this format - IEEE format&gt;&gt;</a:t>
            </a:r>
          </a:p>
          <a:p>
            <a:pPr algn="just"/>
            <a:endParaRPr lang="en-GB" sz="17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</a:p>
          <a:p>
            <a:pPr algn="just"/>
            <a:endParaRPr lang="en-GB" sz="17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8010</TotalTime>
  <Words>212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11_Default Design</vt:lpstr>
      <vt:lpstr>&lt;&lt;Title of the Project&gt;&gt; 23CSE399 Project Phase 1 – Approval Presentation  Team ID: &lt;&lt;Final Team ID&gt;&gt;   Panel No.: </vt:lpstr>
      <vt:lpstr>Screenshot of your guides’ approval mail (to go ahead with the presentation)</vt:lpstr>
      <vt:lpstr>Problem Definition</vt:lpstr>
      <vt:lpstr>Literature Survey</vt:lpstr>
      <vt:lpstr>Justification for the Proposed Problem</vt:lpstr>
      <vt:lpstr>Architecture of the Proposed System</vt:lpstr>
      <vt:lpstr>Functionalities of the Proposed System</vt:lpstr>
      <vt:lpstr>Software/Tools Requirements</vt:lpstr>
      <vt:lpstr>PowerPoint Presentation</vt:lpstr>
      <vt:lpstr>Timeline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admin1</cp:lastModifiedBy>
  <cp:revision>167</cp:revision>
  <dcterms:modified xsi:type="dcterms:W3CDTF">2026-01-31T07:39:29Z</dcterms:modified>
</cp:coreProperties>
</file>