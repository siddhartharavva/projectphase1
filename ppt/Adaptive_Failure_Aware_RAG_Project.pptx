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Failure-Aware and Confidence-Calibrated Adaptive Retrieval-Augmented Generation System</a:t>
            </a:r>
          </a:p>
          <a:p>
            <a:pPr/>
            <a:r>
              <a:t>Objective: Improve reliability and trustworthiness of RAG systems</a:t>
            </a:r>
          </a:p>
          <a:p>
            <a:pPr/>
            <a:r>
              <a:t>Focus: Detect failures, estimate confidence, and adapt system behavior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RAG improves factual accuracy but cannot detect when it is wrong</a:t>
            </a:r>
          </a:p>
          <a:p>
            <a:pPr/>
            <a:r>
              <a:t>Systems produce confident answers even with weak or contradictory evidence</a:t>
            </a:r>
          </a:p>
          <a:p>
            <a:pPr/>
            <a:r>
              <a:t>This leads to hallucinations and unreliable outputs</a:t>
            </a:r>
          </a:p>
          <a:p>
            <a:pPr/>
            <a:r>
              <a:t>Need a system that detects failure and adapts behavior dynamically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Retrieval-Augmented Generation (RAG) improves grounding</a:t>
            </a:r>
          </a:p>
          <a:p>
            <a:pPr/>
            <a:r>
              <a:t>Bayesian RAG introduces uncertainty-aware retrieval</a:t>
            </a:r>
          </a:p>
          <a:p>
            <a:pPr/>
            <a:r>
              <a:t>Confidence calibration frameworks estimate correctness probability</a:t>
            </a:r>
          </a:p>
          <a:p>
            <a:pPr/>
            <a:r>
              <a:t>Existing methods lack adaptive decision-making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Existing systems cannot detect retrieval failures</a:t>
            </a:r>
          </a:p>
          <a:p>
            <a:pPr/>
            <a:r>
              <a:t>Similarity score does not guarantee correctness</a:t>
            </a:r>
          </a:p>
          <a:p>
            <a:pPr/>
            <a:r>
              <a:t>LLMs are often overconfident</a:t>
            </a:r>
          </a:p>
          <a:p>
            <a:pPr/>
            <a:r>
              <a:t>Reliable confidence estimation is required for real-world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Query Input</a:t>
            </a:r>
          </a:p>
          <a:p>
            <a:pPr/>
            <a:r>
              <a:t>Retriever retrieves relevant documents</a:t>
            </a:r>
          </a:p>
          <a:p>
            <a:pPr/>
            <a:r>
              <a:t>Failure Signal Extractor analyzes retrieval quality</a:t>
            </a:r>
          </a:p>
          <a:p>
            <a:pPr/>
            <a:r>
              <a:t>Confidence Estimator predicts correctness probability</a:t>
            </a:r>
          </a:p>
          <a:p>
            <a:pPr/>
            <a:r>
              <a:t>Adaptive Controller decides final system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Detect weak or contradictory evidence</a:t>
            </a:r>
          </a:p>
          <a:p>
            <a:pPr/>
            <a:r>
              <a:t>Estimate answer confidence</a:t>
            </a:r>
          </a:p>
          <a:p>
            <a:pPr/>
            <a:r>
              <a:t>Trigger re-retrieval if needed</a:t>
            </a:r>
          </a:p>
          <a:p>
            <a:pPr/>
            <a:r>
              <a:t>Abstain when confidence is low</a:t>
            </a:r>
          </a:p>
          <a:p>
            <a:pPr/>
            <a:r>
              <a:t>Improve reliability over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Programming Language: Python</a:t>
            </a:r>
          </a:p>
          <a:p>
            <a:pPr/>
            <a:r>
              <a:t>Retriever: FAISS / ChromaDB</a:t>
            </a:r>
          </a:p>
          <a:p>
            <a:pPr/>
            <a:r>
              <a:t>Embedding Models: Sentence Transformers</a:t>
            </a:r>
          </a:p>
          <a:p>
            <a:pPr/>
            <a:r>
              <a:t>LLM: Llama / OpenAI / Mistral</a:t>
            </a:r>
          </a:p>
          <a:p>
            <a:pPr/>
            <a:r>
              <a:t>Framework: LangChain / LlamaIndex</a:t>
            </a:r>
          </a:p>
          <a:p>
            <a:pPr/>
            <a:r>
              <a:t>Evaluation: RAGAS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HotpotQA for multi-hop reasoning</a:t>
            </a:r>
          </a:p>
          <a:p>
            <a:pPr/>
            <a:r>
              <a:t>FEVER for fact verification</a:t>
            </a:r>
          </a:p>
          <a:p>
            <a:pPr/>
            <a:r>
              <a:t>TruthfulQA for hallucination detection</a:t>
            </a:r>
          </a:p>
          <a:p>
            <a:pPr/>
            <a:r>
              <a:t>Custom document dataset for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- Semester 1 (Months 1–6)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Literature survey and problem analysis</a:t>
            </a:r>
          </a:p>
          <a:p>
            <a:pPr/>
            <a:r>
              <a:t>Understand RAG architecture deeply</a:t>
            </a:r>
          </a:p>
          <a:p>
            <a:pPr/>
            <a:r>
              <a:t>Implement baseline RAG system</a:t>
            </a:r>
          </a:p>
          <a:p>
            <a:pPr/>
            <a:r>
              <a:t>Dataset collection and preprocessing</a:t>
            </a:r>
          </a:p>
          <a:p>
            <a:pPr/>
            <a:r>
              <a:t>Initial evaluation and benchmarking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- Semester 2 (Months 7–12)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Design failure signal extraction module</a:t>
            </a:r>
          </a:p>
          <a:p>
            <a:pPr/>
            <a:r>
              <a:t>Implement confidence estimation model</a:t>
            </a:r>
          </a:p>
          <a:p>
            <a:pPr/>
            <a:r>
              <a:t>Train confidence model using datasets</a:t>
            </a:r>
          </a:p>
          <a:p>
            <a:pPr/>
            <a:r>
              <a:t>Integrate confidence module with RAG</a:t>
            </a:r>
          </a:p>
          <a:p>
            <a:pPr/>
            <a:r>
              <a:t>Intermediate evaluation and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- Semester 3 (Months 13–18)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Develop adaptive decision controller</a:t>
            </a:r>
          </a:p>
          <a:p>
            <a:pPr/>
            <a:r>
              <a:t>Integrate full adaptive RAG system</a:t>
            </a:r>
          </a:p>
          <a:p>
            <a:pPr/>
            <a:r>
              <a:t>Perform extensive evaluation</a:t>
            </a:r>
          </a:p>
          <a:p>
            <a:pPr/>
            <a:r>
              <a:t>Analyze hallucination reduction and calibration</a:t>
            </a:r>
          </a:p>
          <a:p>
            <a:pPr/>
            <a:r>
              <a:t>Prepare report, paper, and final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Proposed system improves reliability of RAG systems</a:t>
            </a:r>
          </a:p>
          <a:p>
            <a:pPr/>
            <a:r>
              <a:t>Adds confidence estimation and adaptive decision-making</a:t>
            </a:r>
          </a:p>
          <a:p>
            <a:pPr/>
            <a:r>
              <a:t>Reduces hallucinations and improves trustworthiness</a:t>
            </a:r>
          </a:p>
          <a:p>
            <a:pPr/>
            <a:r>
              <a:t>Suitable for real-world deployment in critical domains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